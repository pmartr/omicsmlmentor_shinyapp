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9" r:id="rId4"/>
    <p:sldId id="264" r:id="rId5"/>
    <p:sldId id="260" r:id="rId6"/>
    <p:sldId id="258" r:id="rId7"/>
    <p:sldId id="257" r:id="rId8"/>
    <p:sldId id="261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818"/>
  </p:normalViewPr>
  <p:slideViewPr>
    <p:cSldViewPr snapToGrid="0">
      <p:cViewPr varScale="1">
        <p:scale>
          <a:sx n="146" d="100"/>
          <a:sy n="146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1802-F3BA-4F47-87D9-32765F535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F5342-B213-3EF0-0C91-3603791D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65C91-AF75-D48C-2B42-ACB22357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A89E0-7F76-2789-1BE5-301337CB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B760C-8F99-087B-7C28-04BF4E47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1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44FD-2743-A477-F144-A6E91731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3644-3A85-0F29-CD8D-BA761991C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7835-B361-7820-2E89-F1EE2074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20B29-3211-3953-A691-FAF1ECED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0449-DFDC-D16A-F98F-DBE8B06D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3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CF32-770F-31B3-71D0-C91253B10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DAB1C-A2E9-296F-BB61-F17D62698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E3EA0-BCE6-6F8D-29D3-CA06B303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B5FB6-523E-2A1C-F781-2DABFACE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32A49-E178-303F-E7F9-61A94F55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6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636C-9B70-14A2-92DC-4B331C4A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3935-086D-EE80-6A61-61476F469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45F71-84C8-0267-6A87-F3AE4263B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50ECF-51E7-961B-99DA-1475FEEF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B90D5-325F-EC79-6DEB-6B9608F3F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6EB6C-D0CA-3BCC-9BEB-0B79CEEEE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E065-97C5-C36F-0271-5C1EBBE8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93C73-44BB-3128-E07F-F7DA22AD8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8EE93-E563-8327-9C26-2576D6041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BA11A-B4F0-1FA5-2B3C-B186BE2CF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A834B-15CD-11A6-9017-7E5E4D4C9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DD8FD-3D96-C472-E086-3B4F26211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231DF-8CD1-FD71-3F62-886BB6A3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B4BF3-A787-CA30-FBDA-82237CF5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464E-D51F-C4EC-6788-0FBC990C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0546C-CF28-5C98-B738-776A0C47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F1AE8-51CD-E1FD-37E3-477E4DEB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F7886-5DF5-A60C-2B5A-0BFE1FD0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C2843-CDC8-720C-0B27-282FCCBE8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24715-EC9B-F954-A77E-76CB5E66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6A440-BD38-A9B2-12E4-129B28E0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4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1443-D518-2690-CDFC-12D13597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A7F5C-0099-D084-D2FF-8C07BD35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786D2-F025-F639-8846-D22470C46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28E9E-ABFE-A6AE-ED78-822F45F6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14343-4301-3B3E-61DE-3D4B3501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619A6-D155-554A-4DCF-ADB4F7F0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1FA1-F4AA-364E-6E13-40923900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5C798-FFB7-7273-9DFB-F5FC4E5E7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95093-7963-49C5-BEA5-1303616AA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7EF00-D33F-51EC-1BA0-001EA34D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7E8F3-20E2-0BEE-BFD5-114E3A3B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2F0C-62C9-17B4-92D9-66FD5D23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4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5802-CDB6-4F98-9F90-1C3A1ADC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CCAE7-E433-8C48-FE15-AA7A50717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BDDDD-AF28-49A4-70CA-BFEDEEE4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081F4-F2B7-3571-0F49-8E7FCC28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27B03-9001-CAC8-82DD-625FA223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9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4897A-A972-0BA0-0AE7-A6E7CDEF4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6373D-386A-6579-6AFA-800D0531F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C6FA5-7F35-F4C7-E2DA-CA7D090F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1EC28-8921-2BEE-1166-46034812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33F0B-10B3-B1C5-048A-6579C9A7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29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0C463-0F85-89B3-8B0F-D170F8A0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02227-F7B1-DDAF-C723-F8B66A1CA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BC64-EA41-E91D-5A8B-826B987FE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E1181-482A-8E4C-9B8D-1DDC9B0A4870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6A4D-9D33-FF6C-1E49-5412B8677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C5635-BEF0-ECCD-E756-6F163B027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E92F7-02A0-8F48-88B6-91387B33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5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0C0D-1714-4589-A0D3-4201EE6EE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Outstanding issues</a:t>
            </a:r>
            <a:br>
              <a:rPr lang="en-US" dirty="0"/>
            </a:br>
            <a:r>
              <a:rPr lang="en-US" dirty="0"/>
              <a:t>SLOPE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DF657-BEB7-AE7E-E108-48127ED773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D91A-EB1F-7E48-B0C1-BC022832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based on backend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BDE3-3ECC-8BF9-790A-29F4A971F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do</a:t>
            </a:r>
          </a:p>
          <a:p>
            <a:r>
              <a:rPr lang="en-US" dirty="0">
                <a:highlight>
                  <a:srgbClr val="FFFF00"/>
                </a:highlight>
              </a:rPr>
              <a:t>Most recent models in </a:t>
            </a:r>
            <a:r>
              <a:rPr lang="en-US" dirty="0" err="1">
                <a:highlight>
                  <a:srgbClr val="FFFF00"/>
                </a:highlight>
              </a:rPr>
              <a:t>slopeR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r>
              <a:rPr lang="en-US" dirty="0"/>
              <a:t>Unsupervised plots in </a:t>
            </a:r>
            <a:r>
              <a:rPr lang="en-US" dirty="0" err="1"/>
              <a:t>slopeR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8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19A5-97ED-F6CF-85E2-93947C39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Bugs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A285-CC15-515E-F85F-4B887374A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 data == no CV </a:t>
            </a:r>
            <a:r>
              <a:rPr lang="en-US" dirty="0" err="1"/>
              <a:t>filt</a:t>
            </a:r>
            <a:r>
              <a:rPr lang="en-US" dirty="0"/>
              <a:t> -&gt; waiting on PR</a:t>
            </a:r>
          </a:p>
          <a:p>
            <a:r>
              <a:rPr lang="en-US" dirty="0"/>
              <a:t>100% conversion of biomolecules -&gt; waiting on PR</a:t>
            </a:r>
          </a:p>
          <a:p>
            <a:r>
              <a:rPr lang="en-US" dirty="0"/>
              <a:t>No imputation for Protein-level data -&gt; waiting on PR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do:</a:t>
            </a:r>
          </a:p>
          <a:p>
            <a:r>
              <a:rPr lang="en-US" dirty="0" err="1"/>
              <a:t>Hclust</a:t>
            </a:r>
            <a:r>
              <a:rPr lang="en-US" dirty="0"/>
              <a:t> -&gt; to be fixed in update of unsupervised plots</a:t>
            </a:r>
          </a:p>
          <a:p>
            <a:r>
              <a:rPr lang="en-US" dirty="0" err="1"/>
              <a:t>Profilt</a:t>
            </a:r>
            <a:r>
              <a:rPr lang="en-US" dirty="0"/>
              <a:t> -&gt; RR is working on</a:t>
            </a:r>
          </a:p>
          <a:p>
            <a:r>
              <a:rPr lang="en-US" dirty="0"/>
              <a:t>Custom filter bug -&gt; Evan is working on</a:t>
            </a:r>
          </a:p>
        </p:txBody>
      </p:sp>
    </p:spTree>
    <p:extLst>
      <p:ext uri="{BB962C8B-B14F-4D97-AF65-F5344CB8AC3E}">
        <p14:creationId xmlns:p14="http://schemas.microsoft.com/office/powerpoint/2010/main" val="417581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F131-92ED-881D-0C53-E2E769ED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3D4B0-9CB1-808D-E42B-3313C04C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models built on a complete 0 -&gt; 1 conversion also be valid for use with new data? Require new data also be on 0,1 where only 0,1 detected in model training data?</a:t>
            </a:r>
          </a:p>
          <a:p>
            <a:endParaRPr lang="en-US" dirty="0"/>
          </a:p>
          <a:p>
            <a:r>
              <a:rPr lang="en-US" dirty="0"/>
              <a:t>Exporting models for RNA-seq data?</a:t>
            </a:r>
          </a:p>
          <a:p>
            <a:pPr lvl="1"/>
            <a:r>
              <a:rPr lang="en-US" dirty="0"/>
              <a:t>No normalization or imputation, just counts</a:t>
            </a:r>
          </a:p>
        </p:txBody>
      </p:sp>
    </p:spTree>
    <p:extLst>
      <p:ext uri="{BB962C8B-B14F-4D97-AF65-F5344CB8AC3E}">
        <p14:creationId xmlns:p14="http://schemas.microsoft.com/office/powerpoint/2010/main" val="357905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19F3-4225-9124-E0E2-1D916764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420B-50D3-1CD5-CFD5-842F86DF4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Shinybusy</a:t>
            </a:r>
            <a:r>
              <a:rPr lang="en-US" dirty="0"/>
              <a:t> –&gt; waiting on PR</a:t>
            </a:r>
          </a:p>
          <a:p>
            <a:r>
              <a:rPr lang="en-US" dirty="0"/>
              <a:t>Warn missingness filters, enforce 0-1 norm if no missingness required by model -&gt; waiting on PR</a:t>
            </a:r>
          </a:p>
          <a:p>
            <a:r>
              <a:rPr lang="en-US" dirty="0"/>
              <a:t>Enforce bias check before adding the normalization -&gt; waiting on PR</a:t>
            </a:r>
          </a:p>
          <a:p>
            <a:r>
              <a:rPr lang="en-US" dirty="0"/>
              <a:t>Pop-up for long running Shiny tasks (expert mentor) -&gt; waiting on PR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r>
              <a:rPr lang="en-US" dirty="0"/>
              <a:t>To do:</a:t>
            </a:r>
          </a:p>
          <a:p>
            <a:r>
              <a:rPr lang="en-US" dirty="0"/>
              <a:t>K-means hover info -&gt; to be fixed in unsupervised model plot update</a:t>
            </a:r>
          </a:p>
          <a:p>
            <a:r>
              <a:rPr lang="en-US" dirty="0"/>
              <a:t>Add module for shortening sample names (plotting sucks with long names)</a:t>
            </a:r>
          </a:p>
          <a:p>
            <a:r>
              <a:rPr lang="en-US" dirty="0"/>
              <a:t>Midpoint support</a:t>
            </a:r>
          </a:p>
          <a:p>
            <a:r>
              <a:rPr lang="en-US" dirty="0"/>
              <a:t>Add support to bring models back into SLOPE with new data – Damon’s task</a:t>
            </a:r>
          </a:p>
        </p:txBody>
      </p:sp>
    </p:spTree>
    <p:extLst>
      <p:ext uri="{BB962C8B-B14F-4D97-AF65-F5344CB8AC3E}">
        <p14:creationId xmlns:p14="http://schemas.microsoft.com/office/powerpoint/2010/main" val="407688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E14C-F874-56CA-4781-58B77A64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8A4A-C7D3-E6F5-B804-84621BADA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Check text for the following:</a:t>
            </a:r>
          </a:p>
          <a:p>
            <a:r>
              <a:rPr lang="en-US" dirty="0"/>
              <a:t>Report -&gt; PR open for review (RR reviewing)</a:t>
            </a:r>
          </a:p>
          <a:p>
            <a:r>
              <a:rPr lang="en-US" dirty="0"/>
              <a:t>Intro tutorial</a:t>
            </a:r>
          </a:p>
          <a:p>
            <a:r>
              <a:rPr lang="en-US" dirty="0"/>
              <a:t>Expert mentor icons/table</a:t>
            </a:r>
          </a:p>
          <a:p>
            <a:r>
              <a:rPr lang="en-US" dirty="0"/>
              <a:t>Explicitly state no </a:t>
            </a:r>
            <a:r>
              <a:rPr lang="en-US" dirty="0" err="1"/>
              <a:t>fdata</a:t>
            </a:r>
            <a:r>
              <a:rPr lang="en-US" dirty="0"/>
              <a:t> == data predictions cannot be made with the final model -&gt; awaiting PR</a:t>
            </a:r>
          </a:p>
          <a:p>
            <a:r>
              <a:rPr lang="en-US" dirty="0"/>
              <a:t>Detection by biomolecule text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dos:</a:t>
            </a:r>
          </a:p>
          <a:p>
            <a:r>
              <a:rPr lang="en-US" dirty="0"/>
              <a:t>Readme for use and deployment -&gt; RR is working on</a:t>
            </a:r>
          </a:p>
          <a:p>
            <a:r>
              <a:rPr lang="en-US" dirty="0"/>
              <a:t>Glossary -&gt; Clayton is working on fixing</a:t>
            </a:r>
          </a:p>
          <a:p>
            <a:r>
              <a:rPr lang="en-US" dirty="0"/>
              <a:t>Switch words (</a:t>
            </a:r>
            <a:r>
              <a:rPr lang="en-US" dirty="0" err="1"/>
              <a:t>Prodata</a:t>
            </a:r>
            <a:r>
              <a:rPr lang="en-US" dirty="0"/>
              <a:t>) for better words throughout app</a:t>
            </a:r>
          </a:p>
          <a:p>
            <a:r>
              <a:rPr lang="en-US" dirty="0"/>
              <a:t>Populate “help” on each page</a:t>
            </a:r>
          </a:p>
          <a:p>
            <a:r>
              <a:rPr lang="en-US" dirty="0"/>
              <a:t>Add package citations for default values used in Hp tuning</a:t>
            </a:r>
          </a:p>
          <a:p>
            <a:r>
              <a:rPr lang="en-US" dirty="0"/>
              <a:t>More tool tips</a:t>
            </a:r>
          </a:p>
        </p:txBody>
      </p:sp>
    </p:spTree>
    <p:extLst>
      <p:ext uri="{BB962C8B-B14F-4D97-AF65-F5344CB8AC3E}">
        <p14:creationId xmlns:p14="http://schemas.microsoft.com/office/powerpoint/2010/main" val="240652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5EE4-0332-EB33-55C6-58ACB29C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97A41-1602-B029-BD0D-307CB49D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 running -&gt; awaiting PR</a:t>
            </a:r>
          </a:p>
          <a:p>
            <a:r>
              <a:rPr lang="en-US" dirty="0"/>
              <a:t>Unit tests</a:t>
            </a:r>
          </a:p>
          <a:p>
            <a:r>
              <a:rPr lang="en-US" dirty="0"/>
              <a:t>Covering all scenarios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3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8E9F-CB5D-E305-0AEA-DD914AD2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CBE5-B501-8A41-67BD-EF2C9C78C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Refresh into MP</a:t>
            </a:r>
          </a:p>
          <a:p>
            <a:r>
              <a:rPr lang="en-US" dirty="0">
                <a:highlight>
                  <a:srgbClr val="FFFF00"/>
                </a:highlight>
              </a:rPr>
              <a:t>Add into MAP</a:t>
            </a:r>
          </a:p>
        </p:txBody>
      </p:sp>
    </p:spTree>
    <p:extLst>
      <p:ext uri="{BB962C8B-B14F-4D97-AF65-F5344CB8AC3E}">
        <p14:creationId xmlns:p14="http://schemas.microsoft.com/office/powerpoint/2010/main" val="1085457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BD7F-F9DB-22D7-177A-DAD02CD3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customization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D567-69BE-89DF-BA46-0240A2152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 scaling on all plots -&gt; half-baked</a:t>
            </a:r>
          </a:p>
          <a:p>
            <a:r>
              <a:rPr lang="en-US" dirty="0"/>
              <a:t>Edit plot functionality on individual pages -&gt; half baked</a:t>
            </a:r>
          </a:p>
        </p:txBody>
      </p:sp>
    </p:spTree>
    <p:extLst>
      <p:ext uri="{BB962C8B-B14F-4D97-AF65-F5344CB8AC3E}">
        <p14:creationId xmlns:p14="http://schemas.microsoft.com/office/powerpoint/2010/main" val="275640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069E-E3FB-BD9F-94B1-A4CC8039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Visualization/function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558C3-D960-F338-90ED-0CD78909D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Expert mentor:</a:t>
            </a:r>
          </a:p>
          <a:p>
            <a:pPr lvl="1"/>
            <a:r>
              <a:rPr lang="en-US" dirty="0"/>
              <a:t>If we recommend by best of total scores, would a stacked </a:t>
            </a:r>
            <a:r>
              <a:rPr lang="en-US" dirty="0" err="1"/>
              <a:t>barchart</a:t>
            </a:r>
            <a:r>
              <a:rPr lang="en-US" dirty="0"/>
              <a:t> per method be an interesting visualization? </a:t>
            </a:r>
            <a:r>
              <a:rPr lang="en-US" dirty="0" err="1"/>
              <a:t>Plotly</a:t>
            </a:r>
            <a:r>
              <a:rPr lang="en-US" dirty="0"/>
              <a:t> selecting would allow users to add/remove scores and see how it changes the overall scheme without re-running </a:t>
            </a:r>
            <a:r>
              <a:rPr lang="en-US" dirty="0" err="1"/>
              <a:t>expert_mentor</a:t>
            </a:r>
            <a:r>
              <a:rPr lang="en-US" dirty="0"/>
              <a:t> necessarily with the T/F stuff, equivalent to a resumed table of scores?</a:t>
            </a:r>
          </a:p>
        </p:txBody>
      </p:sp>
    </p:spTree>
    <p:extLst>
      <p:ext uri="{BB962C8B-B14F-4D97-AF65-F5344CB8AC3E}">
        <p14:creationId xmlns:p14="http://schemas.microsoft.com/office/powerpoint/2010/main" val="314772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9901</TotalTime>
  <Words>417</Words>
  <Application>Microsoft Macintosh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Outstanding issues SLOPE</vt:lpstr>
      <vt:lpstr>Updates based on backend package</vt:lpstr>
      <vt:lpstr>Bugs</vt:lpstr>
      <vt:lpstr>Questions</vt:lpstr>
      <vt:lpstr>User experience</vt:lpstr>
      <vt:lpstr>Documentation</vt:lpstr>
      <vt:lpstr>Testing</vt:lpstr>
      <vt:lpstr>Deployment</vt:lpstr>
      <vt:lpstr>Visualization customization</vt:lpstr>
      <vt:lpstr>Visualization/function thought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Richardson, Rachel E</dc:creator>
  <cp:lastModifiedBy>Richardson, Rachel E</cp:lastModifiedBy>
  <cp:revision>6</cp:revision>
  <dcterms:created xsi:type="dcterms:W3CDTF">2024-09-03T21:49:52Z</dcterms:created>
  <dcterms:modified xsi:type="dcterms:W3CDTF">2024-09-10T18:51:08Z</dcterms:modified>
</cp:coreProperties>
</file>