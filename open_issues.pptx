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2" r:id="rId3"/>
    <p:sldId id="259" r:id="rId4"/>
    <p:sldId id="264" r:id="rId5"/>
    <p:sldId id="260" r:id="rId6"/>
    <p:sldId id="258" r:id="rId7"/>
    <p:sldId id="257" r:id="rId8"/>
    <p:sldId id="261" r:id="rId9"/>
    <p:sldId id="263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452"/>
    <p:restoredTop sz="94818"/>
  </p:normalViewPr>
  <p:slideViewPr>
    <p:cSldViewPr snapToGrid="0">
      <p:cViewPr varScale="1">
        <p:scale>
          <a:sx n="146" d="100"/>
          <a:sy n="146" d="100"/>
        </p:scale>
        <p:origin x="29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21802-F3BA-4F47-87D9-32765F5354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7F5342-B213-3EF0-0C91-3603791D0E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965C91-AF75-D48C-2B42-ACB223576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E1181-482A-8E4C-9B8D-1DDC9B0A4870}" type="datetimeFigureOut">
              <a:rPr lang="en-US" smtClean="0"/>
              <a:t>9/3/24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5A89E0-7F76-2789-1BE5-301337CBBA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8B760C-8F99-087B-7C28-04BF4E47E8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E92F7-02A0-8F48-88B6-91387B332B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60193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4A44FD-2743-A477-F144-A6E917315F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4C3644-3A85-0F29-CD8D-BA761991C7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CB7835-B361-7820-2E89-F1EE2074D7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E1181-482A-8E4C-9B8D-1DDC9B0A4870}" type="datetimeFigureOut">
              <a:rPr lang="en-US" smtClean="0"/>
              <a:t>9/3/24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B20B29-3211-3953-A691-FAF1ECEDCC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D50449-DFDC-D16A-F98F-DBE8B06D82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E92F7-02A0-8F48-88B6-91387B332B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3039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2ACF32-770F-31B3-71D0-C91253B10C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CDAB1C-A2E9-296F-BB61-F17D62698C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AE3EA0-BCE6-6F8D-29D3-CA06B30361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E1181-482A-8E4C-9B8D-1DDC9B0A4870}" type="datetimeFigureOut">
              <a:rPr lang="en-US" smtClean="0"/>
              <a:t>9/3/24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5B5FB6-523E-2A1C-F781-2DABFACECA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732A49-E178-303F-E7F9-61A94F553B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E92F7-02A0-8F48-88B6-91387B332B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35627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12636C-9B70-14A2-92DC-4B331C4AA8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3B3935-086D-EE80-6A61-61476F46902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745F71-84C8-0267-6A87-F3AE4263B1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650ECF-51E7-961B-99DA-1475FEEFD0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E1181-482A-8E4C-9B8D-1DDC9B0A4870}" type="datetimeFigureOut">
              <a:rPr lang="en-US" smtClean="0"/>
              <a:t>9/3/24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4B90D5-325F-EC79-6DEB-6B9608F3F6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A6EB6C-D0CA-3BCC-9BEB-0B79CEEEE5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E92F7-02A0-8F48-88B6-91387B332B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0137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EDE065-97C5-C36F-0271-5C1EBBE8C9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B93C73-44BB-3128-E07F-F7DA22AD8E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78EE93-E563-8327-9C26-2576D6041D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F3BA11A-B4F0-1FA5-2B3C-B186BE2CF7F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DA834B-15CD-11A6-9017-7E5E4D4C969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98DD8FD-3D96-C472-E086-3B4F262114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E1181-482A-8E4C-9B8D-1DDC9B0A4870}" type="datetimeFigureOut">
              <a:rPr lang="en-US" smtClean="0"/>
              <a:t>9/3/24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F8231DF-8CD1-FD71-3F62-886BB6A3CB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A8B4BF3-A787-CA30-FBDA-82237CF54B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E92F7-02A0-8F48-88B6-91387B332B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45165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D5464E-D51F-C4EC-6788-0FBC990C09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220546C-CF28-5C98-B738-776A0C472F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E1181-482A-8E4C-9B8D-1DDC9B0A4870}" type="datetimeFigureOut">
              <a:rPr lang="en-US" smtClean="0"/>
              <a:t>9/3/24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D9F1AE8-51CD-E1FD-37E3-477E4DEB76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BF7886-5DF5-A60C-2B5A-0BFE1FD0A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E92F7-02A0-8F48-88B6-91387B332B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28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00C2843-CDC8-720C-0B27-282FCCBE8B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E1181-482A-8E4C-9B8D-1DDC9B0A4870}" type="datetimeFigureOut">
              <a:rPr lang="en-US" smtClean="0"/>
              <a:t>9/3/24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0724715-EC9B-F954-A77E-76CB5E665F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76A440-BD38-A9B2-12E4-129B28E098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E92F7-02A0-8F48-88B6-91387B332B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01482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C01443-D518-2690-CDFC-12D13597B9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1A7F5C-0099-D084-D2FF-8C07BD35C3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7A786D2-F025-F639-8846-D22470C46D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228E9E-ABFE-A6AE-ED78-822F45F668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E1181-482A-8E4C-9B8D-1DDC9B0A4870}" type="datetimeFigureOut">
              <a:rPr lang="en-US" smtClean="0"/>
              <a:t>9/3/24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D14343-4301-3B3E-61DE-3D4B3501EE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3619A6-D155-554A-4DCF-ADB4F7F05A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E92F7-02A0-8F48-88B6-91387B332B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04652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F41FA1-F4AA-364E-6E13-4092390020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535C798-FFB7-7273-9DFB-F5FC4E5E71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995093-7963-49C5-BEA5-1303616AAE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0E7EF00-D33F-51EC-1BA0-001EA34DE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E1181-482A-8E4C-9B8D-1DDC9B0A4870}" type="datetimeFigureOut">
              <a:rPr lang="en-US" smtClean="0"/>
              <a:t>9/3/24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77E8F3-20E2-0BEE-BFD5-114E3A3BD8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4B2F0C-62C9-17B4-92D9-66FD5D2393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E92F7-02A0-8F48-88B6-91387B332B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67443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895802-CDB6-4F98-9F90-1C3A1ADC9B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A4CCAE7-E433-8C48-FE15-AA7A507174A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8BDDDD-AF28-49A4-70CA-BFEDEEE4E4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E1181-482A-8E4C-9B8D-1DDC9B0A4870}" type="datetimeFigureOut">
              <a:rPr lang="en-US" smtClean="0"/>
              <a:t>9/3/24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1081F4-F2B7-3571-0F49-8E7FCC28CE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527B03-9001-CAC8-82DD-625FA22385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E92F7-02A0-8F48-88B6-91387B332B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34941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EB4897A-A972-0BA0-0AE7-A6E7CDEF483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426373D-386A-6579-6AFA-800D0531F7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4C6FA5-7F35-F4C7-E2DA-CA7D090F08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E1181-482A-8E4C-9B8D-1DDC9B0A4870}" type="datetimeFigureOut">
              <a:rPr lang="en-US" smtClean="0"/>
              <a:t>9/3/24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11EC28-8921-2BEE-1166-46034812D5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B33F0B-10B3-B1C5-048A-6579C9A7FD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E92F7-02A0-8F48-88B6-91387B332B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45292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E80C463-0F85-89B3-8B0F-D170F8A0C6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502227-F7B1-DDAF-C723-F8B66A1CA8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8DBC64-EA41-E91D-5A8B-826B987FE77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EE1181-482A-8E4C-9B8D-1DDC9B0A4870}" type="datetimeFigureOut">
              <a:rPr lang="en-US" smtClean="0"/>
              <a:t>9/3/24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736A4D-9D33-FF6C-1E49-5412B8677F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4C5635-BEF0-ECCD-E756-6F163B027D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77E92F7-02A0-8F48-88B6-91387B332B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96567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140C0D-1714-4589-A0D3-4201EE6EE9A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Outstanding issues</a:t>
            </a:r>
            <a:br>
              <a:rPr lang="en-US" dirty="0"/>
            </a:br>
            <a:r>
              <a:rPr lang="en-US" dirty="0"/>
              <a:t>SLOPE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6DF657-BEB7-AE7E-E108-48127ED7736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65242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5D91A-EB1F-7E48-B0C1-BC0228325B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Updates based on backend package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80BDE3-3ECC-8BF9-790A-29F4A971FC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To do</a:t>
            </a:r>
          </a:p>
          <a:p>
            <a:r>
              <a:rPr lang="en-US" dirty="0">
                <a:highlight>
                  <a:srgbClr val="FFFF00"/>
                </a:highlight>
              </a:rPr>
              <a:t>Most recent models in </a:t>
            </a:r>
            <a:r>
              <a:rPr lang="en-US" dirty="0" err="1">
                <a:highlight>
                  <a:srgbClr val="FFFF00"/>
                </a:highlight>
              </a:rPr>
              <a:t>slopeR</a:t>
            </a:r>
            <a:r>
              <a:rPr lang="en-US" dirty="0">
                <a:highlight>
                  <a:srgbClr val="FFFF00"/>
                </a:highlight>
              </a:rPr>
              <a:t> </a:t>
            </a:r>
          </a:p>
          <a:p>
            <a:r>
              <a:rPr lang="en-US" dirty="0"/>
              <a:t>Unsupervised plots in </a:t>
            </a:r>
            <a:r>
              <a:rPr lang="en-US" dirty="0" err="1"/>
              <a:t>slopeR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0851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E319A5-97ED-F6CF-85E2-93947C391F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highlight>
                  <a:srgbClr val="FFFF00"/>
                </a:highlight>
              </a:rPr>
              <a:t>Bugs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F4A285-CC15-515E-F85F-4B887374A1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Norm data == no CV </a:t>
            </a:r>
            <a:r>
              <a:rPr lang="en-US" dirty="0" err="1"/>
              <a:t>filt</a:t>
            </a:r>
            <a:r>
              <a:rPr lang="en-US" dirty="0"/>
              <a:t> -&gt; waiting on PR</a:t>
            </a:r>
          </a:p>
          <a:p>
            <a:r>
              <a:rPr lang="en-US" dirty="0"/>
              <a:t>100% conversion of biomolecules -&gt; waiting on PR</a:t>
            </a:r>
          </a:p>
          <a:p>
            <a:r>
              <a:rPr lang="en-US" dirty="0"/>
              <a:t>No imputation for Protein-level data -&gt; waiting on PR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To do:</a:t>
            </a:r>
          </a:p>
          <a:p>
            <a:r>
              <a:rPr lang="en-US" dirty="0" err="1"/>
              <a:t>Hclust</a:t>
            </a:r>
            <a:r>
              <a:rPr lang="en-US" dirty="0"/>
              <a:t> -&gt; to be fixed in update of unsupervised plots</a:t>
            </a:r>
          </a:p>
          <a:p>
            <a:r>
              <a:rPr lang="en-US" dirty="0" err="1"/>
              <a:t>Profilt</a:t>
            </a:r>
            <a:r>
              <a:rPr lang="en-US" dirty="0"/>
              <a:t> -&gt; RR is working on</a:t>
            </a:r>
          </a:p>
          <a:p>
            <a:r>
              <a:rPr lang="en-US" dirty="0"/>
              <a:t>Custom filter bug -&gt; Evan is working on</a:t>
            </a:r>
          </a:p>
        </p:txBody>
      </p:sp>
    </p:spTree>
    <p:extLst>
      <p:ext uri="{BB962C8B-B14F-4D97-AF65-F5344CB8AC3E}">
        <p14:creationId xmlns:p14="http://schemas.microsoft.com/office/powerpoint/2010/main" val="41758115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46F131-92ED-881D-0C53-E2E769ED6A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33D4B0-9CB1-808D-E42B-3313C04C8C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Should models built on a complete 0 -&gt; 1 conversion also be valid for use with new data? Require new data also be on 0,1 where only 0,1 detected in model training data?</a:t>
            </a:r>
          </a:p>
          <a:p>
            <a:endParaRPr lang="en-US" dirty="0"/>
          </a:p>
          <a:p>
            <a:r>
              <a:rPr lang="en-US" dirty="0"/>
              <a:t>Exporting models for RNA-seq data?</a:t>
            </a:r>
          </a:p>
          <a:p>
            <a:pPr lvl="1"/>
            <a:r>
              <a:rPr lang="en-US" dirty="0"/>
              <a:t>No normalization or imputation, just counts</a:t>
            </a:r>
          </a:p>
        </p:txBody>
      </p:sp>
    </p:spTree>
    <p:extLst>
      <p:ext uri="{BB962C8B-B14F-4D97-AF65-F5344CB8AC3E}">
        <p14:creationId xmlns:p14="http://schemas.microsoft.com/office/powerpoint/2010/main" val="35790586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EC19F3-4225-9124-E0E2-1D9167644F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experience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16420B-50D3-1CD5-CFD5-842F86DF42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 err="1"/>
              <a:t>Shinybusy</a:t>
            </a:r>
            <a:r>
              <a:rPr lang="en-US" dirty="0"/>
              <a:t> –&gt; waiting on PR</a:t>
            </a:r>
          </a:p>
          <a:p>
            <a:r>
              <a:rPr lang="en-US" dirty="0"/>
              <a:t>Warn missingness filters, enforce 0-1 norm if no missingness required by model -&gt; waiting on PR</a:t>
            </a:r>
          </a:p>
          <a:p>
            <a:r>
              <a:rPr lang="en-US" dirty="0"/>
              <a:t>Enforce bias check before adding the normalization -&gt; waiting on PR</a:t>
            </a:r>
          </a:p>
          <a:p>
            <a:r>
              <a:rPr lang="en-US" dirty="0"/>
              <a:t>Pop-up for long running Shiny tasks (expert mentor) -&gt; waiting on PR</a:t>
            </a:r>
          </a:p>
          <a:p>
            <a:pPr marL="0" indent="0">
              <a:buNone/>
            </a:pPr>
            <a:br>
              <a:rPr lang="en-US" dirty="0"/>
            </a:br>
            <a:br>
              <a:rPr lang="en-US" dirty="0"/>
            </a:br>
            <a:r>
              <a:rPr lang="en-US" dirty="0"/>
              <a:t>To do:</a:t>
            </a:r>
          </a:p>
          <a:p>
            <a:r>
              <a:rPr lang="en-US" dirty="0"/>
              <a:t>K-means hover info -&gt; to be fixed in unsupervised model plot update</a:t>
            </a:r>
          </a:p>
          <a:p>
            <a:r>
              <a:rPr lang="en-US" dirty="0"/>
              <a:t>Add module for shortening sample names (plotting sucks with long names)</a:t>
            </a:r>
          </a:p>
          <a:p>
            <a:r>
              <a:rPr lang="en-US" dirty="0"/>
              <a:t>Add support to bring models back into SLOPE with new data – Damon’s task</a:t>
            </a:r>
          </a:p>
        </p:txBody>
      </p:sp>
    </p:spTree>
    <p:extLst>
      <p:ext uri="{BB962C8B-B14F-4D97-AF65-F5344CB8AC3E}">
        <p14:creationId xmlns:p14="http://schemas.microsoft.com/office/powerpoint/2010/main" val="40768865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9AE14C-F874-56CA-4781-58B77A6478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Documentation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3D8A4A-C7D3-E6F5-B804-84621BADA8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US" dirty="0"/>
              <a:t>Check text for the following:</a:t>
            </a:r>
          </a:p>
          <a:p>
            <a:r>
              <a:rPr lang="en-US" dirty="0"/>
              <a:t>Report -&gt; PR open for review (RR reviewing)</a:t>
            </a:r>
          </a:p>
          <a:p>
            <a:r>
              <a:rPr lang="en-US" dirty="0"/>
              <a:t>Intro tutorial</a:t>
            </a:r>
          </a:p>
          <a:p>
            <a:r>
              <a:rPr lang="en-US" dirty="0"/>
              <a:t>Expert mentor icons/table</a:t>
            </a:r>
          </a:p>
          <a:p>
            <a:r>
              <a:rPr lang="en-US" dirty="0"/>
              <a:t>Explicitly state no </a:t>
            </a:r>
            <a:r>
              <a:rPr lang="en-US" dirty="0" err="1"/>
              <a:t>fdata</a:t>
            </a:r>
            <a:r>
              <a:rPr lang="en-US" dirty="0"/>
              <a:t> == data predictions cannot be made with the final model -&gt; awaiting PR</a:t>
            </a:r>
          </a:p>
          <a:p>
            <a:r>
              <a:rPr lang="en-US" dirty="0"/>
              <a:t>Detection by biomolecule text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To dos:</a:t>
            </a:r>
          </a:p>
          <a:p>
            <a:r>
              <a:rPr lang="en-US" dirty="0"/>
              <a:t>Readme for use and deployment -&gt; RR is working on</a:t>
            </a:r>
          </a:p>
          <a:p>
            <a:r>
              <a:rPr lang="en-US" dirty="0"/>
              <a:t>Glossary -&gt; Clayton is working on fixing</a:t>
            </a:r>
          </a:p>
          <a:p>
            <a:r>
              <a:rPr lang="en-US" dirty="0"/>
              <a:t>Switch words (</a:t>
            </a:r>
            <a:r>
              <a:rPr lang="en-US" dirty="0" err="1"/>
              <a:t>Prodata</a:t>
            </a:r>
            <a:r>
              <a:rPr lang="en-US" dirty="0"/>
              <a:t>) for better words throughout app</a:t>
            </a:r>
          </a:p>
          <a:p>
            <a:r>
              <a:rPr lang="en-US" dirty="0"/>
              <a:t>Populate “help” on each page</a:t>
            </a:r>
          </a:p>
          <a:p>
            <a:r>
              <a:rPr lang="en-US" dirty="0"/>
              <a:t>Add package citations for default values used in Hp tuning</a:t>
            </a:r>
          </a:p>
          <a:p>
            <a:r>
              <a:rPr lang="en-US" dirty="0"/>
              <a:t>More tool tips</a:t>
            </a:r>
          </a:p>
        </p:txBody>
      </p:sp>
    </p:spTree>
    <p:extLst>
      <p:ext uri="{BB962C8B-B14F-4D97-AF65-F5344CB8AC3E}">
        <p14:creationId xmlns:p14="http://schemas.microsoft.com/office/powerpoint/2010/main" val="24065217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A05EE4-0332-EB33-55C6-58ACB29C0C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C97A41-1602-B029-BD0D-307CB49DB8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App running -&gt; awaiting PR</a:t>
            </a:r>
          </a:p>
          <a:p>
            <a:r>
              <a:rPr lang="en-US" dirty="0"/>
              <a:t>Unit tests</a:t>
            </a:r>
          </a:p>
          <a:p>
            <a:r>
              <a:rPr lang="en-US" dirty="0"/>
              <a:t>Covering all scenarios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2935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038E9F-CB5D-E305-0AEA-DD914AD2BF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Deployment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0BCBE5-B501-8A41-67BD-EF2C9C78C7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Refresh into MP</a:t>
            </a:r>
          </a:p>
          <a:p>
            <a:r>
              <a:rPr lang="en-US" dirty="0">
                <a:highlight>
                  <a:srgbClr val="FFFF00"/>
                </a:highlight>
              </a:rPr>
              <a:t>Add into MAP</a:t>
            </a:r>
          </a:p>
          <a:p>
            <a:r>
              <a:rPr lang="en-US" dirty="0"/>
              <a:t>Midpoint support</a:t>
            </a:r>
          </a:p>
          <a:p>
            <a:endParaRPr lang="en-US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10854571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5ABD7F-F9DB-22D7-177A-DAD02CD322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Visualization customization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E3D567-69BE-89DF-BA46-0240A21528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Color scaling on all plots -&gt; half-baked</a:t>
            </a:r>
          </a:p>
          <a:p>
            <a:r>
              <a:rPr lang="en-US" dirty="0"/>
              <a:t>Edit plot functionality on individual pages -&gt; half baked</a:t>
            </a:r>
          </a:p>
        </p:txBody>
      </p:sp>
    </p:spTree>
    <p:extLst>
      <p:ext uri="{BB962C8B-B14F-4D97-AF65-F5344CB8AC3E}">
        <p14:creationId xmlns:p14="http://schemas.microsoft.com/office/powerpoint/2010/main" val="27564069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8D069E-E3FB-BD9F-94B1-A4CC8039F7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Visualization/function thought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E558C3-D960-F338-90ED-0CD78909D9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Expert mentor:</a:t>
            </a:r>
          </a:p>
          <a:p>
            <a:pPr lvl="1"/>
            <a:r>
              <a:rPr lang="en-US" dirty="0"/>
              <a:t>If we recommend by best of total scores, would a stacked </a:t>
            </a:r>
            <a:r>
              <a:rPr lang="en-US" dirty="0" err="1"/>
              <a:t>barchart</a:t>
            </a:r>
            <a:r>
              <a:rPr lang="en-US" dirty="0"/>
              <a:t> per method be an interesting visualization? </a:t>
            </a:r>
            <a:r>
              <a:rPr lang="en-US" dirty="0" err="1"/>
              <a:t>Plotly</a:t>
            </a:r>
            <a:r>
              <a:rPr lang="en-US" dirty="0"/>
              <a:t> selecting would allow users to add/remove scores and see how it changes the overall scheme without re-running </a:t>
            </a:r>
            <a:r>
              <a:rPr lang="en-US" dirty="0" err="1"/>
              <a:t>expert_mentor</a:t>
            </a:r>
            <a:r>
              <a:rPr lang="en-US" dirty="0"/>
              <a:t> necessarily with the T/F stuff, equivalent to a resumed table of scores?</a:t>
            </a:r>
          </a:p>
        </p:txBody>
      </p:sp>
    </p:spTree>
    <p:extLst>
      <p:ext uri="{BB962C8B-B14F-4D97-AF65-F5344CB8AC3E}">
        <p14:creationId xmlns:p14="http://schemas.microsoft.com/office/powerpoint/2010/main" val="31477272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9911</TotalTime>
  <Words>417</Words>
  <Application>Microsoft Macintosh PowerPoint</Application>
  <PresentationFormat>Widescreen</PresentationFormat>
  <Paragraphs>57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Outstanding issues SLOPE</vt:lpstr>
      <vt:lpstr>Updates based on backend package</vt:lpstr>
      <vt:lpstr>Bugs</vt:lpstr>
      <vt:lpstr>Questions</vt:lpstr>
      <vt:lpstr>User experience</vt:lpstr>
      <vt:lpstr>Documentation</vt:lpstr>
      <vt:lpstr>Testing</vt:lpstr>
      <vt:lpstr>Deployment</vt:lpstr>
      <vt:lpstr>Visualization customization</vt:lpstr>
      <vt:lpstr>Visualization/function thought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Richardson, Rachel E</dc:creator>
  <cp:lastModifiedBy>Richardson, Rachel E</cp:lastModifiedBy>
  <cp:revision>7</cp:revision>
  <dcterms:created xsi:type="dcterms:W3CDTF">2024-09-03T21:49:52Z</dcterms:created>
  <dcterms:modified xsi:type="dcterms:W3CDTF">2024-09-10T19:01:23Z</dcterms:modified>
</cp:coreProperties>
</file>