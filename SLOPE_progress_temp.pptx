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7"/>
    <p:restoredTop sz="97030"/>
  </p:normalViewPr>
  <p:slideViewPr>
    <p:cSldViewPr snapToGrid="0">
      <p:cViewPr varScale="1">
        <p:scale>
          <a:sx n="151" d="100"/>
          <a:sy n="151" d="100"/>
        </p:scale>
        <p:origin x="20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2/27/24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27Feb2024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 – Dan and Clayton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PPCA</a:t>
            </a:r>
          </a:p>
          <a:p>
            <a:pPr lvl="1"/>
            <a:r>
              <a:rPr lang="en-US" dirty="0"/>
              <a:t>SPLS-DA</a:t>
            </a:r>
          </a:p>
          <a:p>
            <a:endParaRPr lang="en-US" dirty="0"/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Some day: Generalize for regression response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Backend requests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70025"/>
            <a:ext cx="8932333" cy="5022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More subfunctions for better task isolation/access </a:t>
            </a:r>
          </a:p>
          <a:p>
            <a:pPr lvl="1"/>
            <a:r>
              <a:rPr lang="en-US" dirty="0"/>
              <a:t>e.g., can’t call tuning results </a:t>
            </a:r>
            <a:r>
              <a:rPr lang="en-US" dirty="0" err="1"/>
              <a:t>rn</a:t>
            </a:r>
            <a:r>
              <a:rPr lang="en-US" dirty="0"/>
              <a:t> from supervised</a:t>
            </a:r>
          </a:p>
          <a:p>
            <a:r>
              <a:rPr lang="en-US" dirty="0"/>
              <a:t>Allow specification of folds to happen outside the model training functions (we should be able to tell the users ahead of time what samples are in which fold)</a:t>
            </a:r>
          </a:p>
          <a:p>
            <a:r>
              <a:rPr lang="en-US" dirty="0"/>
              <a:t>Wonky lassos</a:t>
            </a:r>
          </a:p>
          <a:p>
            <a:r>
              <a:rPr lang="en-US" dirty="0"/>
              <a:t>Plots break if </a:t>
            </a:r>
            <a:r>
              <a:rPr lang="en-US" dirty="0" err="1"/>
              <a:t>nTest</a:t>
            </a:r>
            <a:r>
              <a:rPr lang="en-US" dirty="0"/>
              <a:t> = 0 (no holdout)</a:t>
            </a:r>
          </a:p>
          <a:p>
            <a:pPr lvl="1"/>
            <a:r>
              <a:rPr lang="en-US" dirty="0"/>
              <a:t>Appears to be fixed, double check if new results are from means across cross validation?  </a:t>
            </a:r>
          </a:p>
          <a:p>
            <a:r>
              <a:rPr lang="en-US" dirty="0"/>
              <a:t>Update to variable importance and normal fit – can’t get  a reduced model in </a:t>
            </a:r>
            <a:r>
              <a:rPr lang="en-US" dirty="0" err="1"/>
              <a:t>variable_importance</a:t>
            </a:r>
            <a:r>
              <a:rPr lang="en-US" dirty="0"/>
              <a:t>, can’t get variable importance in fit() – can’t we make one function where variable importance is always returned and reduction is an option?</a:t>
            </a:r>
          </a:p>
          <a:p>
            <a:r>
              <a:rPr lang="en-US" dirty="0"/>
              <a:t>Add argument for seed for consistent fun</a:t>
            </a:r>
          </a:p>
          <a:p>
            <a:r>
              <a:rPr lang="en-US" dirty="0"/>
              <a:t>Recommendation function for unsupervised </a:t>
            </a:r>
            <a:r>
              <a:rPr lang="en-US" dirty="0" err="1"/>
              <a:t>nclust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4165383" y="258300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4458788" y="3127815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52F33-7AA6-AF92-5778-571E32D22546}"/>
              </a:ext>
            </a:extLst>
          </p:cNvPr>
          <p:cNvSpPr/>
          <p:nvPr/>
        </p:nvSpPr>
        <p:spPr>
          <a:xfrm>
            <a:off x="4765012" y="3672624"/>
            <a:ext cx="2079476" cy="1665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4058063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840064" y="288025"/>
            <a:ext cx="401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BCE068-1C73-8B72-BD90-231AAA7452ED}"/>
              </a:ext>
            </a:extLst>
          </p:cNvPr>
          <p:cNvSpPr txBox="1"/>
          <p:nvPr/>
        </p:nvSpPr>
        <p:spPr>
          <a:xfrm>
            <a:off x="2397788" y="4066874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98A70-4AA1-CE89-3883-06BF4673B3A5}"/>
              </a:ext>
            </a:extLst>
          </p:cNvPr>
          <p:cNvSpPr txBox="1"/>
          <p:nvPr/>
        </p:nvSpPr>
        <p:spPr>
          <a:xfrm>
            <a:off x="2397788" y="5412216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F0598-F989-3D0C-5DB3-21756311D4A2}"/>
              </a:ext>
            </a:extLst>
          </p:cNvPr>
          <p:cNvSpPr txBox="1"/>
          <p:nvPr/>
        </p:nvSpPr>
        <p:spPr>
          <a:xfrm>
            <a:off x="2380607" y="2284294"/>
            <a:ext cx="15503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Might not reflect the range of hp user wants to tune for fold eval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4079924" y="2485818"/>
            <a:ext cx="3367043" cy="305079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492D-7C99-2B54-98AE-406B2C7B408C}"/>
              </a:ext>
            </a:extLst>
          </p:cNvPr>
          <p:cNvSpPr txBox="1"/>
          <p:nvPr/>
        </p:nvSpPr>
        <p:spPr>
          <a:xfrm>
            <a:off x="5974427" y="5463704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746762" y="222044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8409882" y="294949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746762" y="3411094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1924B6-73D7-F21F-B226-A176CDB4C363}"/>
              </a:ext>
            </a:extLst>
          </p:cNvPr>
          <p:cNvSpPr txBox="1"/>
          <p:nvPr/>
        </p:nvSpPr>
        <p:spPr>
          <a:xfrm>
            <a:off x="9576846" y="3109295"/>
            <a:ext cx="16821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</a:t>
            </a:r>
            <a:r>
              <a:rPr lang="en-US" dirty="0" err="1"/>
              <a:t>hps</a:t>
            </a:r>
            <a:r>
              <a:rPr lang="en-US" dirty="0"/>
              <a:t> not being tuned  for run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512C8-0450-CCD3-3302-D3B1CE6F955A}"/>
              </a:ext>
            </a:extLst>
          </p:cNvPr>
          <p:cNvSpPr txBox="1"/>
          <p:nvPr/>
        </p:nvSpPr>
        <p:spPr>
          <a:xfrm>
            <a:off x="7746762" y="4805538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162EC-B55A-4FA4-6CB8-36CAD06E712B}"/>
              </a:ext>
            </a:extLst>
          </p:cNvPr>
          <p:cNvSpPr/>
          <p:nvPr/>
        </p:nvSpPr>
        <p:spPr>
          <a:xfrm>
            <a:off x="8261462" y="5570031"/>
            <a:ext cx="1375746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30736-1870-4CC1-10B8-0CA1913C98A6}"/>
              </a:ext>
            </a:extLst>
          </p:cNvPr>
          <p:cNvSpPr/>
          <p:nvPr/>
        </p:nvSpPr>
        <p:spPr>
          <a:xfrm>
            <a:off x="9109816" y="5826464"/>
            <a:ext cx="2633703" cy="725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3ADB9C-548C-C920-BA28-439700124884}"/>
              </a:ext>
            </a:extLst>
          </p:cNvPr>
          <p:cNvSpPr/>
          <p:nvPr/>
        </p:nvSpPr>
        <p:spPr>
          <a:xfrm>
            <a:off x="7660020" y="4706892"/>
            <a:ext cx="4466462" cy="215110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3601958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985827" y="1454582"/>
            <a:ext cx="3601958" cy="540341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660020" y="217918"/>
            <a:ext cx="4378867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527F2E-1C4F-BABF-4952-145E62A048F9}"/>
              </a:ext>
            </a:extLst>
          </p:cNvPr>
          <p:cNvSpPr/>
          <p:nvPr/>
        </p:nvSpPr>
        <p:spPr>
          <a:xfrm>
            <a:off x="7913406" y="5273516"/>
            <a:ext cx="3972040" cy="1366566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891F01-92E7-FA08-019E-3594F1D19FB7}"/>
              </a:ext>
            </a:extLst>
          </p:cNvPr>
          <p:cNvSpPr txBox="1"/>
          <p:nvPr/>
        </p:nvSpPr>
        <p:spPr>
          <a:xfrm>
            <a:off x="10162638" y="4890509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771219" y="870764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8409882" y="162798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CC84AE-5D80-9D0B-B7D1-21538CCFA214}"/>
              </a:ext>
            </a:extLst>
          </p:cNvPr>
          <p:cNvSpPr txBox="1"/>
          <p:nvPr/>
        </p:nvSpPr>
        <p:spPr>
          <a:xfrm>
            <a:off x="9703069" y="756003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run model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AC7B81-0D79-C580-682B-5ECA7B85315D}"/>
              </a:ext>
            </a:extLst>
          </p:cNvPr>
          <p:cNvSpPr/>
          <p:nvPr/>
        </p:nvSpPr>
        <p:spPr>
          <a:xfrm>
            <a:off x="7955017" y="5303919"/>
            <a:ext cx="2052108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800586-BE1A-D69E-0FAB-AEBD1B4FA6D5}"/>
              </a:ext>
            </a:extLst>
          </p:cNvPr>
          <p:cNvCxnSpPr>
            <a:cxnSpLocks/>
          </p:cNvCxnSpPr>
          <p:nvPr/>
        </p:nvCxnSpPr>
        <p:spPr>
          <a:xfrm flipV="1">
            <a:off x="4765012" y="5174870"/>
            <a:ext cx="174457" cy="65159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3F7DFD-CEFE-BE7A-D86E-1DCAB21389CE}"/>
              </a:ext>
            </a:extLst>
          </p:cNvPr>
          <p:cNvSpPr txBox="1"/>
          <p:nvPr/>
        </p:nvSpPr>
        <p:spPr>
          <a:xfrm>
            <a:off x="4058063" y="5834228"/>
            <a:ext cx="334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always run when you don’t specify all the default tunings to *not* tune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FB8B-A229-EEAC-5555-06075EA72E13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B46EAA4-2911-2D15-DC14-10E6111CBA24}"/>
              </a:ext>
            </a:extLst>
          </p:cNvPr>
          <p:cNvCxnSpPr>
            <a:cxnSpLocks/>
          </p:cNvCxnSpPr>
          <p:nvPr/>
        </p:nvCxnSpPr>
        <p:spPr>
          <a:xfrm flipV="1">
            <a:off x="7229742" y="6295893"/>
            <a:ext cx="1880074" cy="823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45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Requested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3599916" y="2841007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3893321" y="338581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3477736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333848" y="816592"/>
            <a:ext cx="231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</a:t>
            </a:r>
          </a:p>
          <a:p>
            <a:r>
              <a:rPr lang="en-US" dirty="0"/>
              <a:t>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3514457" y="2743819"/>
            <a:ext cx="3367043" cy="120123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240546" y="27490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7903666" y="347806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240546" y="3939661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2938931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405500" y="1454582"/>
            <a:ext cx="3601958" cy="2724311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153805" y="746485"/>
            <a:ext cx="2415472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265003" y="139933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7903666" y="215654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BA401-306C-7E41-2A27-643ED02C2BC3}"/>
              </a:ext>
            </a:extLst>
          </p:cNvPr>
          <p:cNvSpPr/>
          <p:nvPr/>
        </p:nvSpPr>
        <p:spPr>
          <a:xfrm>
            <a:off x="10132014" y="2130928"/>
            <a:ext cx="1637944" cy="629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2D22E1A-07ED-E1A8-9019-EC3E1187E961}"/>
              </a:ext>
            </a:extLst>
          </p:cNvPr>
          <p:cNvSpPr/>
          <p:nvPr/>
        </p:nvSpPr>
        <p:spPr>
          <a:xfrm>
            <a:off x="10132014" y="2975479"/>
            <a:ext cx="1637944" cy="1122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Tuning function isolated (if called)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3D60F5-3279-4510-8C8B-0B532710D257}"/>
              </a:ext>
            </a:extLst>
          </p:cNvPr>
          <p:cNvSpPr/>
          <p:nvPr/>
        </p:nvSpPr>
        <p:spPr>
          <a:xfrm>
            <a:off x="9810571" y="746485"/>
            <a:ext cx="2252791" cy="5893597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F7F97-F7D2-2E55-97EB-473FB5DD2EEB}"/>
              </a:ext>
            </a:extLst>
          </p:cNvPr>
          <p:cNvSpPr txBox="1"/>
          <p:nvPr/>
        </p:nvSpPr>
        <p:spPr>
          <a:xfrm>
            <a:off x="9831524" y="88470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B0BF2-6783-D76F-C181-BB433DEB555E}"/>
              </a:ext>
            </a:extLst>
          </p:cNvPr>
          <p:cNvSpPr txBox="1"/>
          <p:nvPr/>
        </p:nvSpPr>
        <p:spPr>
          <a:xfrm>
            <a:off x="3486779" y="5553480"/>
            <a:ext cx="5850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 specification only needed where custom values are used;</a:t>
            </a:r>
          </a:p>
          <a:p>
            <a:r>
              <a:rPr lang="en-US" dirty="0"/>
              <a:t>No default calculations required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D69B36-51A4-A4B4-714E-5FB057AC613C}"/>
              </a:ext>
            </a:extLst>
          </p:cNvPr>
          <p:cNvSpPr txBox="1"/>
          <p:nvPr/>
        </p:nvSpPr>
        <p:spPr>
          <a:xfrm>
            <a:off x="3555045" y="4160226"/>
            <a:ext cx="2299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Defaults are used here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238086-B883-2B66-F66F-105CEA267876}"/>
              </a:ext>
            </a:extLst>
          </p:cNvPr>
          <p:cNvSpPr/>
          <p:nvPr/>
        </p:nvSpPr>
        <p:spPr>
          <a:xfrm>
            <a:off x="9889724" y="1518814"/>
            <a:ext cx="1637944" cy="47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BEEC8E-3DE4-AF42-5583-06649BC16CFE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171493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1" y="3126081"/>
            <a:ext cx="6297539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Time estimates for model if long &lt;- backburner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K-means plots – get more hover info, most contributing PCA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5335471" y="39605"/>
            <a:ext cx="5939609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 or other weirdness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Hclust</a:t>
            </a:r>
            <a:r>
              <a:rPr lang="en-US" dirty="0">
                <a:effectLst/>
              </a:rPr>
              <a:t> line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 check defaults for all model </a:t>
            </a:r>
            <a:r>
              <a:rPr lang="en-US"/>
              <a:t>hp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6443530" y="2682242"/>
            <a:ext cx="552912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Parameter optimization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Peptide rollup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RVs with a level for models in case users </a:t>
            </a:r>
            <a:r>
              <a:rPr lang="en-US" dirty="0" err="1"/>
              <a:t>wanna</a:t>
            </a:r>
            <a:r>
              <a:rPr lang="en-US" dirty="0"/>
              <a:t> go back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For advanced users, allow different models for different hp tunings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 the number of new models users can 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 save and return to </a:t>
            </a:r>
            <a:r>
              <a:rPr lang="en-US" dirty="0" err="1"/>
              <a:t>expert_mentor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 – solidify in </a:t>
            </a:r>
            <a:r>
              <a:rPr lang="en-US" dirty="0" err="1"/>
              <a:t>pmartR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</a:t>
            </a:r>
            <a:r>
              <a:rPr lang="en-US" dirty="0" err="1"/>
              <a:t>spls</a:t>
            </a:r>
            <a:r>
              <a:rPr lang="en-US" dirty="0"/>
              <a:t> da -- Dan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Fixes to </a:t>
            </a:r>
            <a:r>
              <a:rPr lang="en-US" dirty="0" err="1"/>
              <a:t>Pmart</a:t>
            </a:r>
            <a:r>
              <a:rPr lang="en-US" dirty="0"/>
              <a:t> app</a:t>
            </a:r>
          </a:p>
          <a:p>
            <a:pPr lvl="1"/>
            <a:r>
              <a:rPr lang="en-US" dirty="0"/>
              <a:t>Issue up on </a:t>
            </a:r>
            <a:r>
              <a:rPr lang="en-US" dirty="0" err="1"/>
              <a:t>gitlab</a:t>
            </a:r>
            <a:endParaRPr lang="en-US" dirty="0"/>
          </a:p>
          <a:p>
            <a:pPr lvl="1"/>
            <a:r>
              <a:rPr lang="en-US" dirty="0"/>
              <a:t>May also incorporate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  <a:p>
            <a:r>
              <a:rPr lang="en-US" dirty="0"/>
              <a:t>Fixes to </a:t>
            </a:r>
            <a:r>
              <a:rPr lang="en-US" dirty="0" err="1"/>
              <a:t>pmartR</a:t>
            </a:r>
            <a:endParaRPr lang="en-US" dirty="0"/>
          </a:p>
          <a:p>
            <a:pPr lvl="1"/>
            <a:r>
              <a:rPr lang="en-US" dirty="0"/>
              <a:t>Remove requirement that </a:t>
            </a:r>
            <a:r>
              <a:rPr lang="en-US" dirty="0" err="1"/>
              <a:t>emeta_cname</a:t>
            </a:r>
            <a:r>
              <a:rPr lang="en-US" dirty="0"/>
              <a:t> and </a:t>
            </a:r>
            <a:r>
              <a:rPr lang="en-US" dirty="0" err="1"/>
              <a:t>edata_cname</a:t>
            </a:r>
            <a:r>
              <a:rPr lang="en-US" dirty="0"/>
              <a:t> pairing are unique</a:t>
            </a:r>
          </a:p>
          <a:p>
            <a:pPr lvl="1"/>
            <a:r>
              <a:rPr lang="en-US" dirty="0"/>
              <a:t>Make sure </a:t>
            </a:r>
            <a:r>
              <a:rPr lang="en-US" dirty="0" err="1"/>
              <a:t>protein_quant</a:t>
            </a:r>
            <a:r>
              <a:rPr lang="en-US" dirty="0"/>
              <a:t> accepts </a:t>
            </a:r>
            <a:r>
              <a:rPr lang="en-US" dirty="0" err="1"/>
              <a:t>bqquant</a:t>
            </a:r>
            <a:r>
              <a:rPr lang="en-US" dirty="0"/>
              <a:t> results – the fix above should address it</a:t>
            </a:r>
          </a:p>
          <a:p>
            <a:pPr lvl="1"/>
            <a:r>
              <a:rPr lang="en-US" dirty="0"/>
              <a:t>Put up an issue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Do stuff</a:t>
            </a:r>
          </a:p>
          <a:p>
            <a:pPr lvl="1"/>
            <a:r>
              <a:rPr lang="en-US" dirty="0"/>
              <a:t>Chat with Clayton on app </a:t>
            </a:r>
            <a:r>
              <a:rPr lang="en-US" dirty="0" err="1"/>
              <a:t>runthrough</a:t>
            </a:r>
            <a:r>
              <a:rPr lang="en-US" dirty="0"/>
              <a:t> + screenshots</a:t>
            </a:r>
          </a:p>
          <a:p>
            <a:r>
              <a:rPr lang="en-US" dirty="0"/>
              <a:t>Mysterious disconnect error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25029</TotalTime>
  <Words>738</Words>
  <Application>Microsoft Macintosh PowerPoint</Application>
  <PresentationFormat>Widescreen</PresentationFormat>
  <Paragraphs>132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.AppleSystemUIFontMonospaced</vt:lpstr>
      <vt:lpstr>Arial</vt:lpstr>
      <vt:lpstr>Calibri</vt:lpstr>
      <vt:lpstr>Calibri Light</vt:lpstr>
      <vt:lpstr>Office Theme</vt:lpstr>
      <vt:lpstr>SLOPE fun</vt:lpstr>
      <vt:lpstr>Backend fun – Dan and Clayton tasks</vt:lpstr>
      <vt:lpstr>Backend requests from RR</vt:lpstr>
      <vt:lpstr>Current structure</vt:lpstr>
      <vt:lpstr>Requested structure</vt:lpstr>
      <vt:lpstr>Front end tasks</vt:lpstr>
      <vt:lpstr>PowerPoint Presentation</vt:lpstr>
      <vt:lpstr>Multiprobe fun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29</cp:revision>
  <dcterms:created xsi:type="dcterms:W3CDTF">2024-02-20T18:28:41Z</dcterms:created>
  <dcterms:modified xsi:type="dcterms:W3CDTF">2024-03-11T23:18:18Z</dcterms:modified>
</cp:coreProperties>
</file>