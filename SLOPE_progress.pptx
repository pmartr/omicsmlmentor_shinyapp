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65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14"/>
    <p:restoredTop sz="97030"/>
  </p:normalViewPr>
  <p:slideViewPr>
    <p:cSldViewPr snapToGrid="0">
      <p:cViewPr varScale="1">
        <p:scale>
          <a:sx n="128" d="100"/>
          <a:sy n="128" d="100"/>
        </p:scale>
        <p:origin x="6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0F9E-040F-921D-6849-83EABB199F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53C43E-03EB-7B2B-0E2C-18DC06CBD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1FC29-E302-BA3B-9BDA-D3BB60DC0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E86FB-1516-CD28-5368-BCCE1C3D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3B7E0-83F3-252D-B5EA-919EF1F3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95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E8CF0-C5E5-D3A2-75D6-3A99206DE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3DE74-16BE-A338-66C1-36B7BBCE6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1A518-DA26-02C5-131B-81E7DF50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56C48-C5C3-3874-FFF8-157DE9F1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73108-850B-0880-8443-C21515CC5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374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AC3F0-03E1-033A-105B-985ACAB72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D099B-6280-EE95-55BF-B23A6D437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FD3DA-1F3D-B937-6D06-AEBE1E48B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A3CB33-262C-24D4-BFBB-2C3F6CE5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A3652-E4B3-3D98-8D62-F66B0095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2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59E9-EC18-D2E1-2A4D-16EFD34A0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AF6B6-DAEA-7095-8AA1-A7516AE5A2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24C37-2B88-4C0D-5535-8F94E498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722C7-F6A3-4B84-9DE8-933A59BD2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E592C-923A-711C-2EA4-512652A00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1C61C0-4030-2B4F-A4EB-326E7E6AD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6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413E4-E28B-00B1-2451-E41F8BED6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56CE6-1EED-8C58-3E77-2588664CA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EB36F-C65B-3788-EB49-332C375079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5C90D-2A2E-08FC-4925-1CD0F881C0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5ADDF-B947-BFE5-0784-7598A9472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231237-0986-B3E7-8F7B-4E5AB1FA8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2DA7C-5C8A-44EA-D90D-111806E8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CB97E6-6457-8577-CED5-DBEB9738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96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0598-E5FC-C75D-C697-087DCF9E4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344134-5318-8B72-2BA1-585C8022B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4A1EE6-6116-E68F-2C5D-EDF757D7B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D8D8DA-D444-B553-3822-511C5B4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67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77DB0-CF3D-C9A6-23EE-CF93CDBD9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8F7095-9D85-B3FC-0784-86EEC21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83AF6-5AF4-C5FE-0247-5E01AD125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735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BAE6B-2010-9977-A0D5-9EF8FDA7A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0E598E-635E-C51B-B682-B6AD29DAE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9D7FA-029D-DD14-C508-393D70391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B5A2E-16E8-9B87-6FF2-5D0CC27F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DFCF64-19F3-8F72-DCDD-A219C8CB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171C5-60A3-4022-28D1-AD8B7DF6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127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7C2B2-6BD5-C673-3DC7-52193357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6ABE45-A3A7-8A71-DF68-58C6C98B14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729B93-502A-E9B5-56DB-30CC38660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38B45-1E94-2073-A6D8-915DCF53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A53FC7-7894-FB6D-6AEF-F74D8ABA3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942F1-2B2B-7B65-DB21-5FEA9879B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54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729C9-9BF5-CF38-0AFA-81DA31970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71FB8B-CEB0-FC7F-3728-639F6F76D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896C8-E755-93EF-4D31-72C3CEA64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9A473-2DB1-2E43-C56C-147C53357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CADBF-E3E2-38B8-7C74-1F4642C4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78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2E5E74-0964-F149-5F8F-520BC6E893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10AC08-18F7-9093-969D-74B2FF0A7E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6631D-3C28-0905-3E75-F01E782A0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2550F-4810-5AD6-7E1E-3267ABD89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64330-33F7-EEB1-CC1D-35EA4DA5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606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B45CAB-DF88-813D-5B1D-59076621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B1632-B86F-9F5B-AE76-6304E4386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774D-A980-20B8-38C9-EB6152C7E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E254F4-E692-8547-ACD7-35D341663ABD}" type="datetimeFigureOut">
              <a:rPr lang="en-US" smtClean="0"/>
              <a:t>4/19/24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95186-4226-4D81-EA5F-71E61B6C8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3C73-3EE3-12C9-D31C-512608DC7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74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multiprobe.us/configure/slope/16" TargetMode="External"/><Relationship Id="rId2" Type="http://schemas.openxmlformats.org/officeDocument/2006/relationships/hyperlink" Target="https://demo.multiprobe.us/configure/slope/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.multiprobe.us/pmart/?id=47&amp;s3_bucket=devstoragestack-devstoragestackdatabucket3fe72738-i1h2gniotjhk%2Fmerged_files%2F56&amp;datatype=proteomics&amp;f_data=761059fb-0e0e-4849-878c-208fffa6c523_f_data.csv&amp;e_data=672afdb7-1113-41e6-9eb9-8016235b183c_e_data.csv&amp;e_meta=7e8c3e15-2d3a-4e42-bdc1-a34bd7c9a1a8_e_meta.csv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6CE90-4FDA-C674-368E-5C76800C26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SLOPE fun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59979-9059-CF46-C521-D4209C84E4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09Apr2024</a:t>
            </a:r>
          </a:p>
        </p:txBody>
      </p:sp>
    </p:spTree>
    <p:extLst>
      <p:ext uri="{BB962C8B-B14F-4D97-AF65-F5344CB8AC3E}">
        <p14:creationId xmlns:p14="http://schemas.microsoft.com/office/powerpoint/2010/main" val="1664312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53EAF-FBA2-68E8-79DD-C382A0FA1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 fun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61697-3712-8177-B8B1-E4493C022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 all the fun models</a:t>
            </a:r>
          </a:p>
          <a:p>
            <a:r>
              <a:rPr lang="en-US" dirty="0"/>
              <a:t>Additional text on why expert mentor chose which model</a:t>
            </a:r>
          </a:p>
          <a:p>
            <a:r>
              <a:rPr lang="en-US" dirty="0"/>
              <a:t>Relate rankings to results</a:t>
            </a:r>
          </a:p>
          <a:p>
            <a:r>
              <a:rPr lang="en-US" dirty="0"/>
              <a:t>Generalize for regression response</a:t>
            </a:r>
          </a:p>
          <a:p>
            <a:r>
              <a:rPr lang="en-US" dirty="0"/>
              <a:t>Get accuracy summary based on average cv results</a:t>
            </a:r>
          </a:p>
        </p:txBody>
      </p:sp>
    </p:spTree>
    <p:extLst>
      <p:ext uri="{BB962C8B-B14F-4D97-AF65-F5344CB8AC3E}">
        <p14:creationId xmlns:p14="http://schemas.microsoft.com/office/powerpoint/2010/main" val="1479569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B2A1D-AD04-A5D3-C2D0-B12304F79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185875" cy="1325563"/>
          </a:xfrm>
        </p:spPr>
        <p:txBody>
          <a:bodyPr>
            <a:normAutofit/>
          </a:bodyPr>
          <a:lstStyle/>
          <a:p>
            <a:r>
              <a:rPr lang="en-US" dirty="0"/>
              <a:t>Backend requests from RR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60D-6DE1-DD5E-2975-406F1463C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70025"/>
            <a:ext cx="8932333" cy="5022850"/>
          </a:xfrm>
        </p:spPr>
        <p:txBody>
          <a:bodyPr>
            <a:normAutofit/>
          </a:bodyPr>
          <a:lstStyle/>
          <a:p>
            <a:r>
              <a:rPr lang="en-US" dirty="0"/>
              <a:t>Update to variable importance and normal fit – can’t get  a reduced model in </a:t>
            </a:r>
            <a:r>
              <a:rPr lang="en-US" dirty="0" err="1"/>
              <a:t>variable_importance</a:t>
            </a:r>
            <a:r>
              <a:rPr lang="en-US" dirty="0"/>
              <a:t>, can’t get variable importance in fit() – can’t we make one function where variable importance is always returned and reduction is an option?</a:t>
            </a:r>
          </a:p>
          <a:p>
            <a:r>
              <a:rPr lang="en-US" dirty="0"/>
              <a:t>Recommendation function for unsupervised </a:t>
            </a:r>
            <a:r>
              <a:rPr lang="en-US" dirty="0" err="1"/>
              <a:t>nclust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143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97BBB-8EFB-7355-72AA-208D42E7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 end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E26FF-0C45-F52A-A5D1-6FDB250A8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  <a:p>
            <a:r>
              <a:rPr lang="en-US" dirty="0"/>
              <a:t>User friendly features</a:t>
            </a:r>
          </a:p>
          <a:p>
            <a:r>
              <a:rPr lang="en-US" dirty="0"/>
              <a:t>Bug fixes</a:t>
            </a:r>
          </a:p>
          <a:p>
            <a:r>
              <a:rPr lang="en-US" dirty="0"/>
              <a:t>Feature additions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3571071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8E97-7E10-E576-F66E-B3D26543C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991" y="133558"/>
            <a:ext cx="4391826" cy="298565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3400" dirty="0"/>
              <a:t>Robustness</a:t>
            </a:r>
          </a:p>
          <a:p>
            <a:r>
              <a:rPr lang="en-US" dirty="0"/>
              <a:t>Run-throughs with no </a:t>
            </a:r>
            <a:r>
              <a:rPr lang="en-US" dirty="0" err="1"/>
              <a:t>fdata</a:t>
            </a:r>
            <a:endParaRPr lang="en-US" dirty="0"/>
          </a:p>
          <a:p>
            <a:r>
              <a:rPr lang="en-US" dirty="0" err="1"/>
              <a:t>Seqdata</a:t>
            </a:r>
            <a:r>
              <a:rPr lang="en-US" dirty="0"/>
              <a:t> run-through</a:t>
            </a:r>
          </a:p>
          <a:p>
            <a:r>
              <a:rPr lang="en-US" dirty="0"/>
              <a:t>All models run-through</a:t>
            </a:r>
          </a:p>
          <a:p>
            <a:r>
              <a:rPr lang="en-US" dirty="0"/>
              <a:t>More data run-through</a:t>
            </a:r>
          </a:p>
          <a:p>
            <a:r>
              <a:rPr lang="en-US" dirty="0"/>
              <a:t>Generalize for regression response</a:t>
            </a:r>
          </a:p>
          <a:p>
            <a:r>
              <a:rPr lang="en-US" dirty="0">
                <a:effectLst/>
                <a:latin typeface=".AppleSystemUIFontMonospaced"/>
              </a:rPr>
              <a:t>Handle conversion of 100% of molecules to 0 and 1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21B96-0D31-D465-6F9D-BF1ABA566B27}"/>
              </a:ext>
            </a:extLst>
          </p:cNvPr>
          <p:cNvSpPr txBox="1"/>
          <p:nvPr/>
        </p:nvSpPr>
        <p:spPr>
          <a:xfrm>
            <a:off x="145991" y="3126081"/>
            <a:ext cx="570794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User friendly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Populate help button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Completion criteria so “Done” only appears when done by panel, tab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Add trimming of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Update welcome page text/glossary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Req norm eval before "add” as applicable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Time estimates for model if long &lt;- backburner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K-means plots – get more hover info, most contributing PCA biomolecules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More tool tips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Progress pages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Require missingness handling where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13F9C7-11D5-416D-54B0-0ECF2E367F80}"/>
              </a:ext>
            </a:extLst>
          </p:cNvPr>
          <p:cNvSpPr txBox="1"/>
          <p:nvPr/>
        </p:nvSpPr>
        <p:spPr>
          <a:xfrm>
            <a:off x="4412975" y="41336"/>
            <a:ext cx="818393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Bug fixes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Normalization – remove error options where all data is complete or other weirdness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.AppleSystemUIFontMonospaced"/>
              </a:rPr>
              <a:t>Skip variable specifications if no f-data or </a:t>
            </a:r>
            <a:r>
              <a:rPr lang="en-US" dirty="0" err="1">
                <a:latin typeface=".AppleSystemUIFontMonospaced"/>
              </a:rPr>
              <a:t>e_meta</a:t>
            </a:r>
            <a:r>
              <a:rPr lang="en-US" dirty="0">
                <a:latin typeface=".AppleSystemUIFontMonospaced"/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Expert mentor table overflow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Hclust</a:t>
            </a:r>
            <a:r>
              <a:rPr lang="en-US" dirty="0">
                <a:effectLst/>
              </a:rPr>
              <a:t> line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Double check defaults for all model hp settings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effectLst/>
                <a:latin typeface="+mj-lt"/>
              </a:rPr>
              <a:t>Make confirm selection on analysis goals hide/appear</a:t>
            </a:r>
            <a:br>
              <a:rPr lang="en-US" b="1" dirty="0">
                <a:effectLst/>
                <a:latin typeface="+mj-lt"/>
              </a:rPr>
            </a:br>
            <a:r>
              <a:rPr lang="en-US" b="1" dirty="0">
                <a:effectLst/>
                <a:latin typeface="+mj-lt"/>
              </a:rPr>
              <a:t>Make sure bundle and download downloads correctly</a:t>
            </a:r>
            <a:endParaRPr lang="en-US" dirty="0">
              <a:effectLst/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effectLst/>
                <a:latin typeface="+mj-lt"/>
              </a:rPr>
              <a:t>Reorder the rows in download tables</a:t>
            </a:r>
            <a:endParaRPr lang="en-US" dirty="0">
              <a:effectLst/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ffectLst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CC0DBC-2AC2-5B31-ED7E-DBDE8EF3E1D8}"/>
              </a:ext>
            </a:extLst>
          </p:cNvPr>
          <p:cNvSpPr txBox="1"/>
          <p:nvPr/>
        </p:nvSpPr>
        <p:spPr>
          <a:xfrm>
            <a:off x="5941847" y="2857161"/>
            <a:ext cx="5853931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Feature additions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Peptide rollup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Recommendation function for </a:t>
            </a:r>
            <a:r>
              <a:rPr lang="en-US" dirty="0" err="1"/>
              <a:t>nclust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samples/biomolecules to other tab?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RVs with a level for models in case users </a:t>
            </a:r>
            <a:r>
              <a:rPr lang="en-US" dirty="0" err="1"/>
              <a:t>wanna</a:t>
            </a:r>
            <a:r>
              <a:rPr lang="en-US" dirty="0"/>
              <a:t> go back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For advanced users, allow different models for different hp tunings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Cap the number of new models users can do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Or save and return to </a:t>
            </a:r>
            <a:r>
              <a:rPr lang="en-US" dirty="0" err="1"/>
              <a:t>expert_mentor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normalization – solidify in </a:t>
            </a:r>
            <a:r>
              <a:rPr lang="en-US" dirty="0" err="1"/>
              <a:t>pmartR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Generalize for regression -- Dan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C554C6-C8B6-EBE3-A74D-AB97DE2FA49E}"/>
              </a:ext>
            </a:extLst>
          </p:cNvPr>
          <p:cNvSpPr txBox="1"/>
          <p:nvPr/>
        </p:nvSpPr>
        <p:spPr>
          <a:xfrm>
            <a:off x="10263499" y="2395496"/>
            <a:ext cx="15322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Multiprobe</a:t>
            </a:r>
          </a:p>
        </p:txBody>
      </p:sp>
    </p:spTree>
    <p:extLst>
      <p:ext uri="{BB962C8B-B14F-4D97-AF65-F5344CB8AC3E}">
        <p14:creationId xmlns:p14="http://schemas.microsoft.com/office/powerpoint/2010/main" val="1746479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B4AA-F4E5-7B29-FF1C-950364C2E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0D00A-C133-EE49-7A0C-13DBF5627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Aesthetics per Lisa and Kelly meeting</a:t>
            </a:r>
          </a:p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Then, I’m thinking that we need to make sure that we are providing the normalized/processed data on the Download tab and some sort of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slopeR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object which I would like to enable a user to upload together and “re-see” their analysis (or upload new data with equitable biomolecule names and the fitted model and get new predictions), but let’s start with the “re-see” case.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6961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8F16-333C-BB37-5D34-431C7818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Multiprobe fun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239EA-DF5D-EE0F-4A84-70DDC1A0D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Pmart</a:t>
            </a:r>
            <a:r>
              <a:rPr lang="en-US" dirty="0"/>
              <a:t> app and SLOPE app</a:t>
            </a:r>
          </a:p>
          <a:p>
            <a:pPr lvl="1"/>
            <a:r>
              <a:rPr lang="en-US" dirty="0"/>
              <a:t>May also incorporate ids for observers to make future </a:t>
            </a:r>
            <a:r>
              <a:rPr lang="en-US" dirty="0" err="1"/>
              <a:t>MultiProbe</a:t>
            </a:r>
            <a:r>
              <a:rPr lang="en-US" dirty="0"/>
              <a:t> merges smoother</a:t>
            </a:r>
          </a:p>
        </p:txBody>
      </p:sp>
    </p:spTree>
    <p:extLst>
      <p:ext uri="{BB962C8B-B14F-4D97-AF65-F5344CB8AC3E}">
        <p14:creationId xmlns:p14="http://schemas.microsoft.com/office/powerpoint/2010/main" val="1469259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680C72C-7802-4033-0DDD-82BBF909A34F}"/>
              </a:ext>
            </a:extLst>
          </p:cNvPr>
          <p:cNvSpPr txBox="1"/>
          <p:nvPr/>
        </p:nvSpPr>
        <p:spPr>
          <a:xfrm>
            <a:off x="266006" y="141316"/>
            <a:ext cx="11925993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1. Data ingestion in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MultiProbe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will not build data files for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Pmart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/Slope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Observed in Demo by Belle last Monday (April 1</a:t>
            </a:r>
            <a:r>
              <a:rPr lang="en-US" sz="1200" kern="100" baseline="30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  <a:b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Observed by </a:t>
            </a:r>
            <a:r>
              <a:rPr lang="en-US" sz="1200" kern="1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Gabrielle last Wednesday (April 3</a:t>
            </a:r>
            <a:r>
              <a:rPr lang="en-US" sz="1200" kern="100" baseline="300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rd</a:t>
            </a:r>
            <a:r>
              <a:rPr lang="en-US" sz="1200" kern="1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Discussed briefly with Grant and Scott on Thursday (April 4</a:t>
            </a:r>
            <a:r>
              <a:rPr lang="en-US" sz="1200" kern="100" baseline="300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</a:t>
            </a:r>
            <a:r>
              <a:rPr lang="en-US" sz="1200" kern="1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 – it appears that this is from a lack of metadata enforcement required to populate fields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2. SLOPE crash when trying to get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f_data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from bucket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At least one deployment on dev seemed to work correctly, but there have been a few different deployment versions circulating between test, dev, and demo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Others trigger a dim(X) must be positive length error, implying that a NULL is being passed to a function expecting a matrix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Dubugging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with Scott on Wagyu </a:t>
            </a:r>
            <a:r>
              <a:rPr lang="en-US" sz="1200" kern="1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 Thursday (April 4</a:t>
            </a:r>
            <a:r>
              <a:rPr lang="en-US" sz="1200" kern="100" baseline="300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</a:t>
            </a:r>
            <a:r>
              <a:rPr lang="en-US" sz="1200" kern="1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we were able to confirm that a container built on Wagyu with AWS credentials is able to ingest the datasets from s3 buckets correctly (data used was taken from the URL triggered by </a:t>
            </a:r>
            <a:r>
              <a:rPr lang="en-US" sz="1200" u="sng" kern="100" dirty="0">
                <a:solidFill>
                  <a:srgbClr val="0000FF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2" tooltip="https://demo.multiprobe.us/configure/slope/1"/>
              </a:rPr>
              <a:t>https://demo.multiprobe.us/configure/slope/1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), therefore something might be happening on the server side that is preventing the correct ingestion where this error occurs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Functional for </a:t>
            </a:r>
            <a:r>
              <a:rPr lang="en-US" sz="1200" u="sng" kern="100" dirty="0">
                <a:solidFill>
                  <a:srgbClr val="0000FF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3" tooltip="https://dev.multiprobe.us/configure/slope/16"/>
              </a:rPr>
              <a:t>https://dev.multiprobe.us/configure/slope/16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lipidomics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3. App crash on start-up for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Pmart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</a:t>
            </a:r>
            <a:r>
              <a:rPr lang="en-US" sz="12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4"/>
              </a:rPr>
              <a:t>https://dev.multiprobe.us/pmart/?id=47&amp;s3_bucket=devstoragestack-devstoragestackdatabucket3fe72738-i1h2gniotjhk%2Fmerged_files%2F56&amp;datatype=proteomics&amp;f_data=761059fb-0e0e-4849-878c-208fffa6c523_f_data.csv&amp;e_data=672afdb7-1113-41e6-9eb9-8016235b183c_e_data.csv&amp;e_meta=7e8c3e15-2d3a-4e42-bdc1-a34bd7c9a1a8_e_meta.csv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Have yet to test on Wagyu as was done for SLOPE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Fix pushed on 09Apr2024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4. SLOPE keeps booting up new AWS instances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Does not interrupt the session that appears to be live when using the app</a:t>
            </a:r>
            <a:b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Occurs for previous and current instance of SLOPE, but not for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Pmart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May be related to the “Unhealthy” flag when containers are being checked, unsure why SLOPE is triggering as unhealthy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	- Resolved </a:t>
            </a:r>
            <a:r>
              <a:rPr lang="en-US" sz="12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sym typeface="Wingdings" pitchFamily="2" charset="2"/>
              </a:rPr>
              <a:t>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4. Update datatype flag in Multiprobe to send “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proteomicsTMT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” and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Pmart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/Slope code to ingest “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proteomicsTMT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” flag</a:t>
            </a:r>
          </a:p>
          <a:p>
            <a:pPr marL="0" marR="0" indent="45720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Back and forth with Sarah and Grant from March 7</a:t>
            </a:r>
            <a:r>
              <a:rPr lang="en-US" sz="1200" kern="100" baseline="30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to March 18</a:t>
            </a:r>
            <a:r>
              <a:rPr lang="en-US" sz="1200" kern="100" baseline="30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to implement datatype flag for “proteomics”, “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lipidomics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”, “metabolomics”, and “transcriptomics”</a:t>
            </a:r>
          </a:p>
          <a:p>
            <a:pPr marL="0" marR="0" indent="45720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Flags and handling added in SLOPE,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Pmart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and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MultiProbe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from March 7</a:t>
            </a:r>
            <a:r>
              <a:rPr lang="en-US" sz="1200" kern="100" baseline="30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to March 18</a:t>
            </a:r>
            <a:r>
              <a:rPr lang="en-US" sz="1200" kern="100" baseline="30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indent="45720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Followed up with new datatype flag for “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proteomicsTMT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” on March 25</a:t>
            </a:r>
            <a:r>
              <a:rPr lang="en-US" sz="1200" kern="100" baseline="30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response to email about issues with TMT ingestion</a:t>
            </a:r>
          </a:p>
          <a:p>
            <a:pPr marL="0" marR="0" indent="45720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Is the datatype parameter active across all multiprobe branches? (will crash app if absent)</a:t>
            </a:r>
          </a:p>
          <a:p>
            <a:pPr marL="0" marR="0" indent="457200">
              <a:spcBef>
                <a:spcPts val="0"/>
              </a:spcBef>
              <a:spcAft>
                <a:spcPts val="0"/>
              </a:spcAft>
            </a:pPr>
            <a:b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5. Batch information ingestion in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Pmart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indent="45720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Column present in 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f_data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that contains batch information (is it “</a:t>
            </a:r>
            <a:r>
              <a:rPr lang="en-US" sz="1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file_batch</a:t>
            </a: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”?)</a:t>
            </a:r>
          </a:p>
          <a:p>
            <a:pPr marL="0" marR="0" indent="457200">
              <a:spcBef>
                <a:spcPts val="0"/>
              </a:spcBef>
              <a:spcAft>
                <a:spcPts val="0"/>
              </a:spcAft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- 8/21/23 group conversation with Devin, Grant and Scott mentions this format</a:t>
            </a:r>
          </a:p>
          <a:p>
            <a:r>
              <a:rPr lang="en-US" sz="1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</a:t>
            </a:r>
            <a:r>
              <a:rPr lang="en-US" sz="12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Pmart</a:t>
            </a:r>
            <a:r>
              <a:rPr lang="en-US" sz="1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update yet to be pushed (resolving dependency conflicts)</a:t>
            </a:r>
            <a:b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8115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17471</TotalTime>
  <Words>1005</Words>
  <Application>Microsoft Macintosh PowerPoint</Application>
  <PresentationFormat>Widescreen</PresentationFormat>
  <Paragraphs>91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.AppleSystemUIFontMonospaced</vt:lpstr>
      <vt:lpstr>Aptos</vt:lpstr>
      <vt:lpstr>Arial</vt:lpstr>
      <vt:lpstr>Calibri</vt:lpstr>
      <vt:lpstr>Calibri Light</vt:lpstr>
      <vt:lpstr>Office Theme</vt:lpstr>
      <vt:lpstr>SLOPE fun</vt:lpstr>
      <vt:lpstr>Backend fun</vt:lpstr>
      <vt:lpstr>Backend requests from RR</vt:lpstr>
      <vt:lpstr>Front end tasks</vt:lpstr>
      <vt:lpstr>PowerPoint Presentation</vt:lpstr>
      <vt:lpstr>PowerPoint Presentation</vt:lpstr>
      <vt:lpstr>Multiprobe fun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SLOPE fun</dc:title>
  <dc:creator>Richardson, Rachel E</dc:creator>
  <cp:lastModifiedBy>Richardson, Rachel E</cp:lastModifiedBy>
  <cp:revision>39</cp:revision>
  <dcterms:created xsi:type="dcterms:W3CDTF">2024-02-20T18:28:41Z</dcterms:created>
  <dcterms:modified xsi:type="dcterms:W3CDTF">2024-04-19T21:05:36Z</dcterms:modified>
</cp:coreProperties>
</file>